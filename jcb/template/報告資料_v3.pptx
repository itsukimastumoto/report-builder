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6313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C5AF63D-97B4-B626-F0A3-5051640B4150}" name="Itsuki Matsumoto" initials="IM" userId="S::itsuki.matsumoto@giftee.co::bf3a777e-6327-4bd8-8d07-2f0eb6439b6d" providerId="AD"/>
  <p188:author id="{3A0D8C66-FB7A-1C28-8FF2-B5A286A2E692}" name="Miharu Kitamura" initials="MK" userId="S::m-kitamura@giftee.co::3ed4463c-79bf-4c1f-8fa8-8a11ddb4745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129"/>
    <p:restoredTop sz="96521"/>
  </p:normalViewPr>
  <p:slideViewPr>
    <p:cSldViewPr snapToGrid="0">
      <p:cViewPr varScale="1">
        <p:scale>
          <a:sx n="113" d="100"/>
          <a:sy n="113" d="100"/>
        </p:scale>
        <p:origin x="192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タイトル スライド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E4E39B-3CE3-B04F-A20C-800C02E74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9703" y="1160463"/>
            <a:ext cx="9849106" cy="2268537"/>
          </a:xfrm>
        </p:spPr>
        <p:txBody>
          <a:bodyPr anchor="b">
            <a:normAutofit/>
          </a:bodyPr>
          <a:lstStyle>
            <a:lvl1pPr algn="ctr">
              <a:lnSpc>
                <a:spcPct val="135000"/>
              </a:lnSpc>
              <a:defRPr sz="46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84FE48A5-5059-DD4F-BB1E-4075D82D24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0150" y="3810000"/>
            <a:ext cx="9828213" cy="1512888"/>
          </a:xfrm>
        </p:spPr>
        <p:txBody>
          <a:bodyPr anchor="ctr"/>
          <a:lstStyle>
            <a:lvl1pPr algn="ctr">
              <a:defRPr sz="2000">
                <a:solidFill>
                  <a:schemeClr val="tx2"/>
                </a:solidFill>
              </a:defRPr>
            </a:lvl1pPr>
            <a:lvl2pPr algn="ctr">
              <a:defRPr sz="1600">
                <a:solidFill>
                  <a:schemeClr val="tx2"/>
                </a:solidFill>
              </a:defRPr>
            </a:lvl2pPr>
            <a:lvl3pPr algn="ctr">
              <a:lnSpc>
                <a:spcPct val="110000"/>
              </a:lnSpc>
              <a:spcBef>
                <a:spcPts val="1000"/>
              </a:spcBef>
              <a:defRPr sz="1400">
                <a:solidFill>
                  <a:schemeClr val="accent1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EB8D3E7-EA7A-464D-9BB0-94D05EAB020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4F6366-A9BF-DE4C-842B-8394483727EB}" type="slidenum">
              <a:rPr lang="en-US" altLang="ja-JP" smtClean="0"/>
              <a:pPr/>
              <a:t>‹#›</a:t>
            </a:fld>
            <a:endParaRPr 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0035A63C-4BFE-E945-8676-476DEAE158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3213" y="4870461"/>
            <a:ext cx="2377166" cy="1344072"/>
          </a:xfrm>
          <a:prstGeom prst="rect">
            <a:avLst/>
          </a:prstGeom>
        </p:spPr>
      </p:pic>
      <p:sp>
        <p:nvSpPr>
          <p:cNvPr id="12" name="テキスト プレースホルダー 23">
            <a:extLst>
              <a:ext uri="{FF2B5EF4-FFF2-40B4-BE49-F238E27FC236}">
                <a16:creationId xmlns:a16="http://schemas.microsoft.com/office/drawing/2014/main" id="{2FF9FEE2-4C82-C34E-9093-8A2254813F23}"/>
              </a:ext>
            </a:extLst>
          </p:cNvPr>
          <p:cNvSpPr txBox="1">
            <a:spLocks/>
          </p:cNvSpPr>
          <p:nvPr userDrawn="1"/>
        </p:nvSpPr>
        <p:spPr>
          <a:xfrm>
            <a:off x="2693193" y="6219622"/>
            <a:ext cx="6805614" cy="2696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1200"/>
              </a:spcBef>
              <a:buFontTx/>
              <a:buNone/>
              <a:defRPr kumimoji="1" sz="2400" kern="800" spc="10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1pPr>
            <a:lvl2pPr marL="0" indent="0" algn="ctr" defTabSz="914400" rtl="0" eaLnBrk="1" latinLnBrk="0" hangingPunct="1">
              <a:lnSpc>
                <a:spcPct val="110000"/>
              </a:lnSpc>
              <a:spcBef>
                <a:spcPts val="1000"/>
              </a:spcBef>
              <a:buFontTx/>
              <a:buNone/>
              <a:defRPr kumimoji="1" sz="2000" kern="800" spc="10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2pPr>
            <a:lvl3pPr marL="0" indent="0" algn="ctr" defTabSz="914400" rtl="0" eaLnBrk="1" latinLnBrk="0" hangingPunct="1">
              <a:lnSpc>
                <a:spcPct val="110000"/>
              </a:lnSpc>
              <a:spcBef>
                <a:spcPts val="1000"/>
              </a:spcBef>
              <a:buFontTx/>
              <a:buNone/>
              <a:defRPr kumimoji="1" sz="2000" kern="800" spc="100" baseline="0">
                <a:solidFill>
                  <a:schemeClr val="accent1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3pPr>
            <a:lvl4pPr marL="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kumimoji="1" lang="ja-JP" altLang="en-US" sz="800" kern="800" spc="10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4pPr>
            <a:lvl5pPr marL="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kumimoji="1" lang="ja-JP" altLang="en-US" sz="600" kern="800" spc="5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r>
              <a:rPr lang="en-US" altLang="ja-JP" sz="750" dirty="0"/>
              <a:t>©2020 giftee Inc. all rights reserved</a:t>
            </a:r>
          </a:p>
        </p:txBody>
      </p:sp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CA8BDBD8-6C7A-D343-87A1-C6A111B43A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62000" y="105942"/>
            <a:ext cx="1080000" cy="113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123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タイトル スライド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E4E39B-3CE3-B04F-A20C-800C02E74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08244" y="1160462"/>
            <a:ext cx="6840538" cy="2590027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84FE48A5-5059-DD4F-BB1E-4075D82D24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62435" y="4184650"/>
            <a:ext cx="6805176" cy="1512888"/>
          </a:xfrm>
        </p:spPr>
        <p:txBody>
          <a:bodyPr anchor="t"/>
          <a:lstStyle>
            <a:lvl1pPr algn="l">
              <a:defRPr sz="2000">
                <a:solidFill>
                  <a:schemeClr val="tx2"/>
                </a:solidFill>
              </a:defRPr>
            </a:lvl1pPr>
            <a:lvl2pPr algn="l">
              <a:defRPr sz="1600">
                <a:solidFill>
                  <a:schemeClr val="tx2"/>
                </a:solidFill>
              </a:defRPr>
            </a:lvl2pPr>
            <a:lvl3pPr algn="l">
              <a:lnSpc>
                <a:spcPct val="110000"/>
              </a:lnSpc>
              <a:spcBef>
                <a:spcPts val="1000"/>
              </a:spcBef>
              <a:defRPr sz="1400">
                <a:solidFill>
                  <a:schemeClr val="accent1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EB8D3E7-EA7A-464D-9BB0-94D05EAB020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4F6366-A9BF-DE4C-842B-8394483727EB}" type="slidenum">
              <a:rPr lang="en-US" altLang="ja-JP" smtClean="0"/>
              <a:pPr/>
              <a:t>‹#›</a:t>
            </a:fld>
            <a:endParaRPr 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0035A63C-4BFE-E945-8676-476DEAE158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0212" y="2597150"/>
            <a:ext cx="2953702" cy="1670050"/>
          </a:xfrm>
          <a:prstGeom prst="rect">
            <a:avLst/>
          </a:prstGeom>
        </p:spPr>
      </p:pic>
      <p:sp>
        <p:nvSpPr>
          <p:cNvPr id="12" name="テキスト プレースホルダー 23">
            <a:extLst>
              <a:ext uri="{FF2B5EF4-FFF2-40B4-BE49-F238E27FC236}">
                <a16:creationId xmlns:a16="http://schemas.microsoft.com/office/drawing/2014/main" id="{2FF9FEE2-4C82-C34E-9093-8A2254813F23}"/>
              </a:ext>
            </a:extLst>
          </p:cNvPr>
          <p:cNvSpPr txBox="1">
            <a:spLocks/>
          </p:cNvSpPr>
          <p:nvPr userDrawn="1"/>
        </p:nvSpPr>
        <p:spPr>
          <a:xfrm>
            <a:off x="5106649" y="6199021"/>
            <a:ext cx="1978701" cy="2696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1200"/>
              </a:spcBef>
              <a:buFontTx/>
              <a:buNone/>
              <a:defRPr kumimoji="1" sz="2400" kern="800" spc="10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1pPr>
            <a:lvl2pPr marL="0" indent="0" algn="ctr" defTabSz="914400" rtl="0" eaLnBrk="1" latinLnBrk="0" hangingPunct="1">
              <a:lnSpc>
                <a:spcPct val="110000"/>
              </a:lnSpc>
              <a:spcBef>
                <a:spcPts val="1000"/>
              </a:spcBef>
              <a:buFontTx/>
              <a:buNone/>
              <a:defRPr kumimoji="1" sz="2000" kern="800" spc="10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2pPr>
            <a:lvl3pPr marL="0" indent="0" algn="ctr" defTabSz="914400" rtl="0" eaLnBrk="1" latinLnBrk="0" hangingPunct="1">
              <a:lnSpc>
                <a:spcPct val="110000"/>
              </a:lnSpc>
              <a:spcBef>
                <a:spcPts val="1000"/>
              </a:spcBef>
              <a:buFontTx/>
              <a:buNone/>
              <a:defRPr kumimoji="1" sz="2000" kern="800" spc="100" baseline="0">
                <a:solidFill>
                  <a:schemeClr val="accent1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3pPr>
            <a:lvl4pPr marL="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kumimoji="1" lang="ja-JP" altLang="en-US" sz="800" kern="800" spc="10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4pPr>
            <a:lvl5pPr marL="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kumimoji="1" lang="ja-JP" altLang="en-US" sz="600" kern="800" spc="5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 algn="l"/>
            <a:r>
              <a:rPr lang="en-US" altLang="ja-JP" sz="750" dirty="0"/>
              <a:t>©2024 giftee Inc. all rights reserved</a:t>
            </a:r>
          </a:p>
        </p:txBody>
      </p:sp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22D19C0B-3A98-394A-871B-5C23E2992A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62000" y="105942"/>
            <a:ext cx="1080000" cy="113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353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 スライド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E4E39B-3CE3-B04F-A20C-800C02E74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0151" y="1160463"/>
            <a:ext cx="9686924" cy="2268537"/>
          </a:xfrm>
        </p:spPr>
        <p:txBody>
          <a:bodyPr anchor="b">
            <a:normAutofit/>
          </a:bodyPr>
          <a:lstStyle>
            <a:lvl1pPr algn="ctr">
              <a:lnSpc>
                <a:spcPct val="135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84FE48A5-5059-DD4F-BB1E-4075D82D24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0150" y="4184650"/>
            <a:ext cx="9828213" cy="2268538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lnSpc>
                <a:spcPct val="110000"/>
              </a:lnSpc>
              <a:spcBef>
                <a:spcPts val="1000"/>
              </a:spcBef>
              <a:defRPr sz="2000">
                <a:solidFill>
                  <a:schemeClr val="accent1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EB8D3E7-EA7A-464D-9BB0-94D05EAB020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4F6366-A9BF-DE4C-842B-8394483727EB}" type="slidenum">
              <a:rPr lang="en-US" altLang="ja-JP" smtClean="0"/>
              <a:pPr/>
              <a:t>‹#›</a:t>
            </a:fld>
            <a:endParaRPr lang="en-US"/>
          </a:p>
        </p:txBody>
      </p:sp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A4CFD222-B804-1D4E-8985-477C342A5B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97679" y="105943"/>
            <a:ext cx="718489" cy="75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773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FF8F0FA-A9D3-6E4B-98E2-09AAF01B96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F6366-A9BF-DE4C-842B-8394483727EB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C7169F8D-661F-8047-B397-00C98A8C6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155" y="782637"/>
            <a:ext cx="2483374" cy="529272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 defTabSz="685749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kumimoji="1" lang="ja-JP" altLang="en-US" sz="2800" kern="800" spc="113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j-cs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939B654-34EB-3A47-A979-BBCB31B815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96417" y="782637"/>
            <a:ext cx="5327650" cy="5292725"/>
          </a:xfrm>
        </p:spPr>
        <p:txBody>
          <a:bodyPr lIns="0" tIns="0" rIns="0" bIns="0" anchor="ctr">
            <a:noAutofit/>
          </a:bodyPr>
          <a:lstStyle>
            <a:lvl1pPr marL="457200" marR="0" indent="-457200" algn="l" defTabSz="685749" rtl="0" eaLnBrk="1" fontAlgn="auto" latinLnBrk="0" hangingPunct="1">
              <a:lnSpc>
                <a:spcPct val="120000"/>
              </a:lnSpc>
              <a:spcBef>
                <a:spcPts val="900"/>
              </a:spcBef>
              <a:spcAft>
                <a:spcPts val="28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 kumimoji="1" lang="ja-JP" altLang="en-US" sz="2800" kern="600" spc="38" baseline="0" smtClean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1pPr>
            <a:lvl2pPr marL="342900" marR="0" indent="-342900" algn="l" defTabSz="685749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 kumimoji="1" lang="ja-JP" altLang="en-US" sz="2400" kern="600" spc="38" baseline="0" smtClean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2pPr>
            <a:lvl3pPr marL="285750" marR="0" indent="-285750" algn="l" defTabSz="685749" rtl="0" eaLnBrk="1" fontAlgn="auto" latinLnBrk="0" hangingPunct="1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 kumimoji="1" lang="ja-JP" altLang="en-US" sz="1800" kern="600" spc="38" baseline="0" smtClean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3pPr>
            <a:lvl4pPr marL="171450" marR="0" indent="-171450" algn="l" defTabSz="685749" rtl="0" eaLnBrk="1" fontAlgn="auto" latinLnBrk="0" hangingPunct="1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 kumimoji="1" lang="ja-JP" altLang="en-US" sz="1200" kern="500" spc="70" baseline="0" smtClean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4pPr>
            <a:lvl5pPr marL="171450" marR="0" indent="-171450" algn="l" defTabSz="685749" rtl="0" eaLnBrk="1" fontAlgn="auto" latinLnBrk="0" hangingPunct="1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 kumimoji="1" lang="ja-JP" altLang="en-US" sz="1000" kern="500" spc="7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5pPr>
          </a:lstStyle>
          <a:p>
            <a:pPr marL="457200" lvl="0" indent="-457200" algn="l" defTabSz="685749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kumimoji="1" lang="ja-JP" altLang="en-US"/>
              <a:t>マスター テキストの書式設定</a:t>
            </a:r>
          </a:p>
          <a:p>
            <a:pPr marL="342900" lvl="1" indent="-342900" algn="l" defTabSz="685749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800"/>
              </a:spcAft>
            </a:pPr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marL="285750" lvl="2" indent="-285750" algn="l" defTabSz="685749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3600"/>
              </a:spcAft>
            </a:pPr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marL="171450" lvl="3" indent="-171450" algn="l" defTabSz="685749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563"/>
              </a:spcAft>
            </a:pPr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marL="171450" lvl="4" indent="-171450" algn="l" defTabSz="685749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506"/>
              </a:spcAft>
            </a:pPr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03D9AF47-FB6C-F24F-869A-664E8AFEFE1B}"/>
              </a:ext>
            </a:extLst>
          </p:cNvPr>
          <p:cNvCxnSpPr>
            <a:cxnSpLocks/>
          </p:cNvCxnSpPr>
          <p:nvPr userDrawn="1"/>
        </p:nvCxnSpPr>
        <p:spPr>
          <a:xfrm>
            <a:off x="3935677" y="1538287"/>
            <a:ext cx="0" cy="37814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77C11478-F784-EC4C-B4C8-B5BA35081E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97679" y="105943"/>
            <a:ext cx="718489" cy="75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031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タイトル スライド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E4E39B-3CE3-B04F-A20C-800C02E74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0151" y="1160463"/>
            <a:ext cx="9828212" cy="4537075"/>
          </a:xfrm>
        </p:spPr>
        <p:txBody>
          <a:bodyPr anchor="ctr">
            <a:normAutofit/>
          </a:bodyPr>
          <a:lstStyle>
            <a:lvl1pPr algn="ctr">
              <a:lnSpc>
                <a:spcPct val="135000"/>
              </a:lnSpc>
              <a:spcAft>
                <a:spcPts val="1800"/>
              </a:spcAft>
              <a:defRPr sz="48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EB8D3E7-EA7A-464D-9BB0-94D05EAB020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4F6366-A9BF-DE4C-842B-8394483727EB}" type="slidenum">
              <a:rPr lang="en-US" altLang="ja-JP" smtClean="0"/>
              <a:pPr/>
              <a:t>‹#›</a:t>
            </a:fld>
            <a:endParaRPr lang="en-US"/>
          </a:p>
        </p:txBody>
      </p:sp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219BF4A1-E51B-064D-95A8-DDF033694B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97679" y="105943"/>
            <a:ext cx="718489" cy="75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551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タイトル スライド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角丸四角形 7">
            <a:extLst>
              <a:ext uri="{FF2B5EF4-FFF2-40B4-BE49-F238E27FC236}">
                <a16:creationId xmlns:a16="http://schemas.microsoft.com/office/drawing/2014/main" id="{D51490EA-77C8-6E4B-A02C-B52F3BA80BCF}"/>
              </a:ext>
            </a:extLst>
          </p:cNvPr>
          <p:cNvSpPr/>
          <p:nvPr userDrawn="1"/>
        </p:nvSpPr>
        <p:spPr>
          <a:xfrm>
            <a:off x="179400" y="180000"/>
            <a:ext cx="11833200" cy="6498000"/>
          </a:xfrm>
          <a:prstGeom prst="roundRect">
            <a:avLst>
              <a:gd name="adj" fmla="val 390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EB8D3E7-EA7A-464D-9BB0-94D05EAB020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4F6366-A9BF-DE4C-842B-8394483727EB}" type="slidenum">
              <a:rPr lang="en-US" altLang="ja-JP" smtClean="0"/>
              <a:pPr/>
              <a:t>‹#›</a:t>
            </a:fld>
            <a:endParaRPr lang="en-US"/>
          </a:p>
        </p:txBody>
      </p:sp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226F8384-1C52-8149-B73F-23B377A614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97679" y="105943"/>
            <a:ext cx="718489" cy="752701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81E4E39B-3CE3-B04F-A20C-800C02E74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0151" y="1160463"/>
            <a:ext cx="9828212" cy="4537075"/>
          </a:xfrm>
        </p:spPr>
        <p:txBody>
          <a:bodyPr anchor="ctr">
            <a:normAutofit/>
          </a:bodyPr>
          <a:lstStyle>
            <a:lvl1pPr algn="ctr">
              <a:lnSpc>
                <a:spcPct val="135000"/>
              </a:lnSpc>
              <a:spcAft>
                <a:spcPts val="1800"/>
              </a:spcAft>
              <a:defRPr sz="48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603051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タイトル スライ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角丸四角形 5">
            <a:extLst>
              <a:ext uri="{FF2B5EF4-FFF2-40B4-BE49-F238E27FC236}">
                <a16:creationId xmlns:a16="http://schemas.microsoft.com/office/drawing/2014/main" id="{B85CBF93-175A-144C-9635-D48274E0DFD1}"/>
              </a:ext>
            </a:extLst>
          </p:cNvPr>
          <p:cNvSpPr/>
          <p:nvPr userDrawn="1"/>
        </p:nvSpPr>
        <p:spPr>
          <a:xfrm>
            <a:off x="179400" y="180000"/>
            <a:ext cx="11833200" cy="6498000"/>
          </a:xfrm>
          <a:prstGeom prst="roundRect">
            <a:avLst>
              <a:gd name="adj" fmla="val 390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EB8D3E7-EA7A-464D-9BB0-94D05EAB020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54F6366-A9BF-DE4C-842B-8394483727EB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87911CE1-97BA-454C-96C7-D3C2B2CBC0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97679" y="105943"/>
            <a:ext cx="718489" cy="752701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81E4E39B-3CE3-B04F-A20C-800C02E74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0151" y="1160463"/>
            <a:ext cx="9686924" cy="4537075"/>
          </a:xfrm>
        </p:spPr>
        <p:txBody>
          <a:bodyPr anchor="ctr">
            <a:normAutofit/>
          </a:bodyPr>
          <a:lstStyle>
            <a:lvl1pPr algn="ctr">
              <a:lnSpc>
                <a:spcPct val="135000"/>
              </a:lnSpc>
              <a:spcAft>
                <a:spcPts val="1800"/>
              </a:spcAft>
              <a:defRPr sz="4600" b="1" i="0">
                <a:solidFill>
                  <a:srgbClr val="FFFFFF"/>
                </a:solidFill>
                <a:latin typeface="Hiragino Kaku Gothic Pro W6" panose="020B0300000000000000" pitchFamily="34" charset="-128"/>
                <a:ea typeface="Hiragino Kaku Gothic Pro W6" panose="020B0300000000000000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668601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FF8F0FA-A9D3-6E4B-98E2-09AAF01B96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F6366-A9BF-DE4C-842B-8394483727EB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C7169F8D-661F-8047-B397-00C98A8C6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150" y="404813"/>
            <a:ext cx="9072564" cy="89363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939B654-34EB-3A47-A979-BBCB31B815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00150" y="1916114"/>
            <a:ext cx="4895849" cy="3781425"/>
          </a:xfrm>
        </p:spPr>
        <p:txBody>
          <a:bodyPr lIns="0" tIns="0" rIns="0" bIns="0">
            <a:noAutofit/>
          </a:bodyPr>
          <a:lstStyle>
            <a:lvl1pPr algn="just">
              <a:lnSpc>
                <a:spcPct val="135000"/>
              </a:lnSpc>
              <a:spcBef>
                <a:spcPts val="0"/>
              </a:spcBef>
              <a:spcAft>
                <a:spcPts val="1200"/>
              </a:spcAft>
              <a:defRPr sz="1600"/>
            </a:lvl1pPr>
            <a:lvl2pPr algn="just">
              <a:lnSpc>
                <a:spcPct val="120000"/>
              </a:lnSpc>
              <a:spcBef>
                <a:spcPts val="0"/>
              </a:spcBef>
              <a:spcAft>
                <a:spcPts val="1050"/>
              </a:spcAft>
              <a:defRPr sz="1400"/>
            </a:lvl2pPr>
            <a:lvl3pPr algn="just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chemeClr val="tx2"/>
                </a:solidFill>
              </a:defRPr>
            </a:lvl3pPr>
            <a:lvl4pPr algn="just">
              <a:lnSpc>
                <a:spcPct val="150000"/>
              </a:lnSpc>
              <a:spcBef>
                <a:spcPts val="0"/>
              </a:spcBef>
              <a:spcAft>
                <a:spcPts val="750"/>
              </a:spcAft>
              <a:defRPr sz="1000" baseline="0"/>
            </a:lvl4pPr>
            <a:lvl5pPr algn="just">
              <a:lnSpc>
                <a:spcPct val="150000"/>
              </a:lnSpc>
              <a:spcBef>
                <a:spcPts val="0"/>
              </a:spcBef>
              <a:spcAft>
                <a:spcPts val="675"/>
              </a:spcAft>
              <a:defRPr sz="900" baseline="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0D9AA9EB-7F38-7F4C-B782-9280A25156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97679" y="105943"/>
            <a:ext cx="718489" cy="75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970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FF8F0FA-A9D3-6E4B-98E2-09AAF01B96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F6366-A9BF-DE4C-842B-8394483727EB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C7169F8D-661F-8047-B397-00C98A8C6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150" y="404813"/>
            <a:ext cx="9072563" cy="89363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14000"/>
              </a:lnSpc>
              <a:spcBef>
                <a:spcPct val="0"/>
              </a:spcBef>
              <a:buNone/>
              <a:defRPr kumimoji="1" lang="ja-JP" altLang="en-US" sz="2000" kern="800" spc="15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j-cs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3E1690ED-570E-A440-9DD5-8605973146E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200149" y="1916113"/>
            <a:ext cx="9828213" cy="4537074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defRPr/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1500"/>
              </a:spcAft>
              <a:defRPr/>
            </a:lvl2pPr>
            <a:lvl3pPr>
              <a:spcBef>
                <a:spcPts val="0"/>
              </a:spcBef>
              <a:spcAft>
                <a:spcPts val="900"/>
              </a:spcAft>
              <a:defRPr/>
            </a:lvl3pPr>
            <a:lvl4pPr>
              <a:lnSpc>
                <a:spcPct val="150000"/>
              </a:lnSpc>
              <a:spcBef>
                <a:spcPts val="0"/>
              </a:spcBef>
              <a:spcAft>
                <a:spcPts val="750"/>
              </a:spcAft>
              <a:defRPr kumimoji="1" lang="ja-JP" altLang="en-US" sz="1000" kern="800" spc="5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4pPr>
            <a:lvl5pPr>
              <a:defRPr kumimoji="1" lang="ja-JP" altLang="en-US" sz="900" kern="800" spc="5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marL="0" lvl="3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750"/>
              </a:spcAft>
              <a:buFontTx/>
              <a:buNone/>
            </a:pPr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marL="0" lvl="4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75"/>
              </a:spcAft>
              <a:buFontTx/>
              <a:buNone/>
            </a:pPr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6245270-9E08-814B-8922-C8ABF36DA8C1}"/>
              </a:ext>
            </a:extLst>
          </p:cNvPr>
          <p:cNvSpPr txBox="1"/>
          <p:nvPr userDrawn="1"/>
        </p:nvSpPr>
        <p:spPr>
          <a:xfrm>
            <a:off x="15814623" y="-2758190"/>
            <a:ext cx="184731" cy="36933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endParaRPr kumimoji="1" lang="ja-JP" altLang="en-US"/>
          </a:p>
        </p:txBody>
      </p:sp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35389F55-F042-0E40-8EA8-D931CBEB82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97679" y="105943"/>
            <a:ext cx="718489" cy="75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207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FF8F0FA-A9D3-6E4B-98E2-09AAF01B96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F6366-A9BF-DE4C-842B-8394483727EB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C7169F8D-661F-8047-B397-00C98A8C68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04813"/>
            <a:ext cx="10548939" cy="151288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ja-JP" altLang="en-US"/>
              <a:t>マスター タイトルの</a:t>
            </a:r>
            <a:br>
              <a:rPr kumimoji="1" lang="en-US" altLang="ja-JP" dirty="0"/>
            </a:br>
            <a:r>
              <a:rPr kumimoji="1" lang="ja-JP" altLang="en-US"/>
              <a:t>書式設定</a:t>
            </a:r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3E1690ED-570E-A440-9DD5-8605973146E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2294731"/>
            <a:ext cx="10548938" cy="3779838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defRPr/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1500"/>
              </a:spcAft>
              <a:defRPr/>
            </a:lvl2pPr>
            <a:lvl3pPr>
              <a:spcBef>
                <a:spcPts val="0"/>
              </a:spcBef>
              <a:spcAft>
                <a:spcPts val="900"/>
              </a:spcAft>
              <a:defRPr/>
            </a:lvl3pPr>
            <a:lvl4pPr>
              <a:lnSpc>
                <a:spcPct val="150000"/>
              </a:lnSpc>
              <a:spcBef>
                <a:spcPts val="0"/>
              </a:spcBef>
              <a:spcAft>
                <a:spcPts val="750"/>
              </a:spcAft>
              <a:defRPr kumimoji="1" lang="ja-JP" altLang="en-US" sz="1000" kern="600" spc="5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4pPr>
            <a:lvl5pPr>
              <a:defRPr kumimoji="1" lang="ja-JP" altLang="en-US" sz="900" kern="600" spc="5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marL="0" lvl="3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750"/>
              </a:spcAft>
              <a:buFontTx/>
              <a:buNone/>
            </a:pPr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marL="0" lvl="4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75"/>
              </a:spcAft>
              <a:buFontTx/>
              <a:buNone/>
            </a:pPr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6245270-9E08-814B-8922-C8ABF36DA8C1}"/>
              </a:ext>
            </a:extLst>
          </p:cNvPr>
          <p:cNvSpPr txBox="1"/>
          <p:nvPr userDrawn="1"/>
        </p:nvSpPr>
        <p:spPr>
          <a:xfrm>
            <a:off x="15814623" y="-2758190"/>
            <a:ext cx="184731" cy="36933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endParaRPr kumimoji="1" lang="ja-JP" altLang="en-US"/>
          </a:p>
        </p:txBody>
      </p:sp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7DBD1B42-87F0-2A49-BB49-A96CC79423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97679" y="105943"/>
            <a:ext cx="718489" cy="75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416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グラフィックス 1">
            <a:extLst>
              <a:ext uri="{FF2B5EF4-FFF2-40B4-BE49-F238E27FC236}">
                <a16:creationId xmlns:a16="http://schemas.microsoft.com/office/drawing/2014/main" id="{7185783F-4B9F-5247-9030-6DCE7F55D7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97679" y="105943"/>
            <a:ext cx="718489" cy="75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006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_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FF8F0FA-A9D3-6E4B-98E2-09AAF01B96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F6366-A9BF-DE4C-842B-8394483727EB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C7169F8D-661F-8047-B397-00C98A8C6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68" y="236145"/>
            <a:ext cx="10765750" cy="62784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939B654-34EB-3A47-A979-BBCB31B815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9668" y="1100141"/>
            <a:ext cx="10765750" cy="5208587"/>
          </a:xfrm>
        </p:spPr>
        <p:txBody>
          <a:bodyPr lIns="0" tIns="0" rIns="0" bIns="0">
            <a:noAutofit/>
          </a:bodyPr>
          <a:lstStyle>
            <a:lvl1pPr algn="l">
              <a:lnSpc>
                <a:spcPct val="135000"/>
              </a:lnSpc>
              <a:spcBef>
                <a:spcPts val="0"/>
              </a:spcBef>
              <a:spcAft>
                <a:spcPts val="1200"/>
              </a:spcAft>
              <a:defRPr sz="1600"/>
            </a:lvl1pPr>
            <a:lvl2pPr algn="l">
              <a:lnSpc>
                <a:spcPct val="120000"/>
              </a:lnSpc>
              <a:spcBef>
                <a:spcPts val="0"/>
              </a:spcBef>
              <a:spcAft>
                <a:spcPts val="1051"/>
              </a:spcAft>
              <a:defRPr sz="1400"/>
            </a:lvl2pPr>
            <a:lvl3pPr algn="l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chemeClr val="tx2"/>
                </a:solidFill>
              </a:defRPr>
            </a:lvl3pPr>
            <a:lvl4pPr algn="l">
              <a:lnSpc>
                <a:spcPct val="150000"/>
              </a:lnSpc>
              <a:spcBef>
                <a:spcPts val="0"/>
              </a:spcBef>
              <a:spcAft>
                <a:spcPts val="751"/>
              </a:spcAft>
              <a:defRPr sz="1000" kern="500" spc="93" baseline="0"/>
            </a:lvl4pPr>
            <a:lvl5pPr algn="l">
              <a:lnSpc>
                <a:spcPct val="150000"/>
              </a:lnSpc>
              <a:spcBef>
                <a:spcPts val="0"/>
              </a:spcBef>
              <a:spcAft>
                <a:spcPts val="675"/>
              </a:spcAft>
              <a:defRPr sz="900" kern="500" spc="93" baseline="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FFFA3E8A-4E85-BA45-9F68-86E9DBAF3F41}"/>
              </a:ext>
            </a:extLst>
          </p:cNvPr>
          <p:cNvCxnSpPr>
            <a:cxnSpLocks/>
          </p:cNvCxnSpPr>
          <p:nvPr userDrawn="1"/>
        </p:nvCxnSpPr>
        <p:spPr>
          <a:xfrm>
            <a:off x="719668" y="864000"/>
            <a:ext cx="1076575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4433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>
            <a:extLst>
              <a:ext uri="{FF2B5EF4-FFF2-40B4-BE49-F238E27FC236}">
                <a16:creationId xmlns:a16="http://schemas.microsoft.com/office/drawing/2014/main" id="{05BE573B-7F21-204B-A08C-71A64EDC64EE}"/>
              </a:ext>
            </a:extLst>
          </p:cNvPr>
          <p:cNvSpPr/>
          <p:nvPr userDrawn="1"/>
        </p:nvSpPr>
        <p:spPr>
          <a:xfrm>
            <a:off x="179400" y="180000"/>
            <a:ext cx="11833200" cy="6498000"/>
          </a:xfrm>
          <a:prstGeom prst="roundRect">
            <a:avLst>
              <a:gd name="adj" fmla="val 3909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B927704-C672-AD49-9D39-00F6BC650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404813"/>
            <a:ext cx="10548939" cy="1512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</a:t>
            </a:r>
            <a:br>
              <a:rPr kumimoji="1" lang="en-US" altLang="ja-JP" dirty="0"/>
            </a:br>
            <a:r>
              <a:rPr kumimoji="1" lang="ja-JP" altLang="en-US"/>
              <a:t>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0ECFEED-0485-F74D-B735-524C5C8DA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3" y="2673350"/>
            <a:ext cx="10548940" cy="34429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lv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Tx/>
              <a:buNone/>
            </a:pPr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marL="0" lvl="1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500"/>
              </a:spcAft>
              <a:buFontTx/>
              <a:buNone/>
            </a:pPr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marL="0" lvl="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FontTx/>
              <a:buNone/>
            </a:pPr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marL="0" lvl="3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750"/>
              </a:spcAft>
              <a:buFontTx/>
              <a:buNone/>
            </a:pPr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marL="0" lvl="4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75"/>
              </a:spcAft>
              <a:buFontTx/>
              <a:buNone/>
            </a:pPr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98C5FB-D015-4E40-8919-A480B872C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8540" y="6214532"/>
            <a:ext cx="536765" cy="238656"/>
          </a:xfrm>
          <a:prstGeom prst="rect">
            <a:avLst/>
          </a:prstGeom>
        </p:spPr>
        <p:txBody>
          <a:bodyPr vert="horz" lIns="0" tIns="0" rIns="0" bIns="0" rtlCol="0" anchor="b" anchorCtr="1"/>
          <a:lstStyle>
            <a:lvl1pPr algn="r">
              <a:defRPr kumimoji="1" lang="ja-JP" altLang="en-US" sz="1200" b="0" i="0" kern="400" spc="100" baseline="0" smtClean="0">
                <a:solidFill>
                  <a:schemeClr val="tx2"/>
                </a:solidFill>
                <a:latin typeface="Helvetica Neue Light" panose="02000403000000020004" pitchFamily="2" charset="0"/>
                <a:ea typeface="ヒラギノ角ゴ Pro W3" panose="020B0300000000000000" pitchFamily="34" charset="-128"/>
                <a:cs typeface="Helvetica Neue Medium" panose="02000503000000020004" pitchFamily="2" charset="0"/>
              </a:defRPr>
            </a:lvl1pPr>
          </a:lstStyle>
          <a:p>
            <a:fld id="{754F6366-A9BF-DE4C-842B-8394483727EB}" type="slidenum">
              <a:rPr lang="en-US" altLang="ja-JP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829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114000"/>
        </a:lnSpc>
        <a:spcBef>
          <a:spcPct val="0"/>
        </a:spcBef>
        <a:buNone/>
        <a:defRPr kumimoji="1" sz="3200" kern="800" spc="150" baseline="0">
          <a:solidFill>
            <a:schemeClr val="tx2"/>
          </a:solidFill>
          <a:latin typeface="Helvetica Neue" panose="02000503000000020004" pitchFamily="2" charset="0"/>
          <a:ea typeface="ヒラギノ角ゴ Pro W3" panose="020B0300000000000000" pitchFamily="34" charset="-128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200"/>
        </a:spcBef>
        <a:buFontTx/>
        <a:buNone/>
        <a:defRPr kumimoji="1" lang="en-US" altLang="ja-JP" sz="2400" kern="600" spc="50" baseline="0" dirty="0">
          <a:solidFill>
            <a:schemeClr val="tx2"/>
          </a:solidFill>
          <a:latin typeface="Helvetica Neue" panose="02000503000000020004" pitchFamily="2" charset="0"/>
          <a:ea typeface="ヒラギノ角ゴ Pro W3" panose="020B0300000000000000" pitchFamily="34" charset="-128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1000"/>
        </a:spcBef>
        <a:buFontTx/>
        <a:buNone/>
        <a:defRPr kumimoji="1" lang="ja-JP" altLang="en-US" sz="2000" kern="600" spc="50" baseline="0">
          <a:solidFill>
            <a:schemeClr val="tx2"/>
          </a:solidFill>
          <a:latin typeface="Helvetica Neue" panose="02000503000000020004" pitchFamily="2" charset="0"/>
          <a:ea typeface="ヒラギノ角ゴ Pro W3" panose="020B0300000000000000" pitchFamily="34" charset="-128"/>
          <a:cs typeface="+mn-cs"/>
        </a:defRPr>
      </a:lvl2pPr>
      <a:lvl3pPr marL="0" indent="0" algn="l" defTabSz="914400" rtl="0" eaLnBrk="1" latinLnBrk="0" hangingPunct="1">
        <a:lnSpc>
          <a:spcPct val="120000"/>
        </a:lnSpc>
        <a:spcBef>
          <a:spcPts val="600"/>
        </a:spcBef>
        <a:buFontTx/>
        <a:buNone/>
        <a:defRPr kumimoji="1" lang="ja-JP" altLang="en-US" sz="1200" kern="600" spc="50" baseline="0">
          <a:solidFill>
            <a:schemeClr val="tx2"/>
          </a:solidFill>
          <a:latin typeface="Helvetica Neue" panose="02000503000000020004" pitchFamily="2" charset="0"/>
          <a:ea typeface="ヒラギノ角ゴ Pro W3" panose="020B0300000000000000" pitchFamily="34" charset="-128"/>
          <a:cs typeface="+mn-cs"/>
        </a:defRPr>
      </a:lvl3pPr>
      <a:lvl4pPr marL="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kumimoji="1" lang="ja-JP" altLang="en-US" sz="1000" kern="600" spc="50" baseline="0">
          <a:solidFill>
            <a:schemeClr val="tx2"/>
          </a:solidFill>
          <a:latin typeface="Helvetica Neue" panose="02000503000000020004" pitchFamily="2" charset="0"/>
          <a:ea typeface="ヒラギノ角ゴ Pro W3" panose="020B0300000000000000" pitchFamily="34" charset="-128"/>
          <a:cs typeface="+mn-cs"/>
        </a:defRPr>
      </a:lvl4pPr>
      <a:lvl5pPr marL="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kumimoji="1" lang="ja-JP" altLang="en-US" sz="900" kern="600" spc="50" baseline="0">
          <a:solidFill>
            <a:schemeClr val="tx2"/>
          </a:solidFill>
          <a:latin typeface="Helvetica Neue" panose="02000503000000020004" pitchFamily="2" charset="0"/>
          <a:ea typeface="ヒラギノ角ゴ Pro W3" panose="020B0300000000000000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591">
          <p15:clr>
            <a:srgbClr val="F26B43"/>
          </p15:clr>
        </p15:guide>
        <p15:guide id="3" pos="4089">
          <p15:clr>
            <a:srgbClr val="F26B43"/>
          </p15:clr>
        </p15:guide>
        <p15:guide id="4" pos="3840">
          <p15:clr>
            <a:srgbClr val="F26B43"/>
          </p15:clr>
        </p15:guide>
        <p15:guide id="6" pos="5518">
          <p15:clr>
            <a:srgbClr val="F26B43"/>
          </p15:clr>
        </p15:guide>
        <p15:guide id="7" pos="5995">
          <p15:clr>
            <a:srgbClr val="F26B43"/>
          </p15:clr>
        </p15:guide>
        <p15:guide id="8" pos="6471">
          <p15:clr>
            <a:srgbClr val="F26B43"/>
          </p15:clr>
        </p15:guide>
        <p15:guide id="9" pos="6947">
          <p15:clr>
            <a:srgbClr val="F26B43"/>
          </p15:clr>
        </p15:guide>
        <p15:guide id="10" pos="7401">
          <p15:clr>
            <a:srgbClr val="F26B43"/>
          </p15:clr>
        </p15:guide>
        <p15:guide id="11" pos="3114">
          <p15:clr>
            <a:srgbClr val="F26B43"/>
          </p15:clr>
        </p15:guide>
        <p15:guide id="12" pos="2638">
          <p15:clr>
            <a:srgbClr val="F26B43"/>
          </p15:clr>
        </p15:guide>
        <p15:guide id="13" pos="2162">
          <p15:clr>
            <a:srgbClr val="F26B43"/>
          </p15:clr>
        </p15:guide>
        <p15:guide id="14" pos="1708">
          <p15:clr>
            <a:srgbClr val="F26B43"/>
          </p15:clr>
        </p15:guide>
        <p15:guide id="15" pos="1232">
          <p15:clr>
            <a:srgbClr val="F26B43"/>
          </p15:clr>
        </p15:guide>
        <p15:guide id="16" pos="756">
          <p15:clr>
            <a:srgbClr val="F26B43"/>
          </p15:clr>
        </p15:guide>
        <p15:guide id="17" orient="horz" pos="2636">
          <p15:clr>
            <a:srgbClr val="F26B43"/>
          </p15:clr>
        </p15:guide>
        <p15:guide id="18" orient="horz" pos="3113">
          <p15:clr>
            <a:srgbClr val="F26B43"/>
          </p15:clr>
        </p15:guide>
        <p15:guide id="19" orient="horz" pos="3589">
          <p15:clr>
            <a:srgbClr val="F26B43"/>
          </p15:clr>
        </p15:guide>
        <p15:guide id="20" orient="horz" pos="4065">
          <p15:clr>
            <a:srgbClr val="F26B43"/>
          </p15:clr>
        </p15:guide>
        <p15:guide id="21" orient="horz" pos="1684">
          <p15:clr>
            <a:srgbClr val="F26B43"/>
          </p15:clr>
        </p15:guide>
        <p15:guide id="22" orient="horz" pos="1207">
          <p15:clr>
            <a:srgbClr val="F26B43"/>
          </p15:clr>
        </p15:guide>
        <p15:guide id="23" orient="horz" pos="731">
          <p15:clr>
            <a:srgbClr val="F26B43"/>
          </p15:clr>
        </p15:guide>
        <p15:guide id="24" orient="horz" pos="255">
          <p15:clr>
            <a:srgbClr val="F26B43"/>
          </p15:clr>
        </p15:guide>
        <p15:guide id="25" pos="279">
          <p15:clr>
            <a:srgbClr val="F26B43"/>
          </p15:clr>
        </p15:guide>
        <p15:guide id="26" pos="4566">
          <p15:clr>
            <a:srgbClr val="F26B43"/>
          </p15:clr>
        </p15:guide>
        <p15:guide id="27" pos="504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5BCECAF4-3B68-5EAB-AE8E-CF41F7A3CD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F6366-A9BF-DE4C-842B-8394483727EB}" type="slidenum">
              <a:rPr lang="ja-JP" altLang="en-US" smtClean="0"/>
              <a:pPr/>
              <a:t>1</a:t>
            </a:fld>
            <a:endParaRPr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20DDC9A8-1E12-6373-3617-6F9F71836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ja-JP" dirty="0" err="1"/>
              <a:t>xxxxx</a:t>
            </a:r>
            <a:r>
              <a:rPr lang="en" altLang="ja-JP" dirty="0"/>
              <a:t> </a:t>
            </a:r>
            <a:r>
              <a:rPr lang="ja-JP" altLang="en"/>
              <a:t>（</a:t>
            </a:r>
            <a:r>
              <a:rPr lang="ja-JP" altLang="en-US"/>
              <a:t>イシュア名）ご報告資料</a:t>
            </a:r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4F969AE-4401-7601-FD55-6DBCCAA91886}"/>
              </a:ext>
            </a:extLst>
          </p:cNvPr>
          <p:cNvSpPr txBox="1"/>
          <p:nvPr/>
        </p:nvSpPr>
        <p:spPr>
          <a:xfrm>
            <a:off x="458394" y="940832"/>
            <a:ext cx="50181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期間：</a:t>
            </a:r>
            <a:r>
              <a:rPr lang="en-US" altLang="ja-JP" sz="1600" dirty="0" err="1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yyyy</a:t>
            </a:r>
            <a:r>
              <a:rPr lang="ja-JP" altLang="en-US" sz="160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/</a:t>
            </a:r>
            <a:r>
              <a:rPr lang="en-US" altLang="ja-JP" sz="1600" dirty="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mm</a:t>
            </a:r>
            <a:r>
              <a:rPr lang="ja-JP" altLang="en-US" sz="160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/1〜</a:t>
            </a:r>
            <a:r>
              <a:rPr lang="en-US" altLang="ja-JP" sz="1600" dirty="0" err="1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yyyy</a:t>
            </a:r>
            <a:r>
              <a:rPr lang="ja-JP" altLang="en-US" sz="160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/</a:t>
            </a:r>
            <a:r>
              <a:rPr lang="en-US" altLang="ja-JP" sz="1600" dirty="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mm</a:t>
            </a:r>
            <a:r>
              <a:rPr lang="ja-JP" altLang="en-US" sz="160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/</a:t>
            </a:r>
            <a:r>
              <a:rPr lang="en-US" altLang="ja-JP" sz="1600" dirty="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dd</a:t>
            </a:r>
            <a:endParaRPr lang="ja-JP" altLang="en-US" sz="1600">
              <a:solidFill>
                <a:schemeClr val="tx2">
                  <a:lumMod val="75000"/>
                </a:schemeClr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0D3B84CA-5EAA-11F6-27B1-D4C464C5B0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279"/>
          <a:stretch>
            <a:fillRect/>
          </a:stretch>
        </p:blipFill>
        <p:spPr>
          <a:xfrm>
            <a:off x="7613414" y="4956048"/>
            <a:ext cx="4019977" cy="1417320"/>
          </a:xfrm>
          <a:prstGeom prst="rect">
            <a:avLst/>
          </a:prstGeom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717A7A5-CD23-DB98-81BA-93FC41F8E2FD}"/>
              </a:ext>
            </a:extLst>
          </p:cNvPr>
          <p:cNvSpPr txBox="1"/>
          <p:nvPr/>
        </p:nvSpPr>
        <p:spPr>
          <a:xfrm>
            <a:off x="541716" y="1568522"/>
            <a:ext cx="3609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■初回登録ユーザー数：120人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C3C05B2-0259-8A4A-28CC-6BC4DB448715}"/>
              </a:ext>
            </a:extLst>
          </p:cNvPr>
          <p:cNvSpPr txBox="1"/>
          <p:nvPr/>
        </p:nvSpPr>
        <p:spPr>
          <a:xfrm>
            <a:off x="541715" y="2531814"/>
            <a:ext cx="50181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　商品代流通総額：350000円 (総購入金額：280000円)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2CE092E-B100-AE54-68DE-D7B8119A2FBD}"/>
              </a:ext>
            </a:extLst>
          </p:cNvPr>
          <p:cNvSpPr txBox="1"/>
          <p:nvPr/>
        </p:nvSpPr>
        <p:spPr>
          <a:xfrm>
            <a:off x="541715" y="2222980"/>
            <a:ext cx="3609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■購入上位のチケット一覧（</a:t>
            </a:r>
            <a:r>
              <a:rPr lang="en-US" altLang="ja-JP" sz="1400" dirty="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TOP10</a:t>
            </a:r>
            <a:r>
              <a:rPr lang="ja-JP" altLang="en-US" sz="140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）</a:t>
            </a:r>
            <a:endParaRPr lang="en-US" altLang="ja-JP" sz="1400" dirty="0">
              <a:solidFill>
                <a:schemeClr val="tx2">
                  <a:lumMod val="75000"/>
                </a:schemeClr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graphicFrame>
        <p:nvGraphicFramePr>
          <p:cNvPr id="29" name="表 28">
            <a:extLst>
              <a:ext uri="{FF2B5EF4-FFF2-40B4-BE49-F238E27FC236}">
                <a16:creationId xmlns:a16="http://schemas.microsoft.com/office/drawing/2014/main" id="{5F76D8F6-7373-57FB-7FAE-4B23BA9D34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670410"/>
              </p:ext>
            </p:extLst>
          </p:nvPr>
        </p:nvGraphicFramePr>
        <p:xfrm>
          <a:off x="680794" y="2889404"/>
          <a:ext cx="4468632" cy="29649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2782">
                  <a:extLst>
                    <a:ext uri="{9D8B030D-6E8A-4147-A177-3AD203B41FA5}">
                      <a16:colId xmlns:a16="http://schemas.microsoft.com/office/drawing/2014/main" val="161754656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970603"/>
                    </a:ext>
                  </a:extLst>
                </a:gridCol>
                <a:gridCol w="712695">
                  <a:extLst>
                    <a:ext uri="{9D8B030D-6E8A-4147-A177-3AD203B41FA5}">
                      <a16:colId xmlns:a16="http://schemas.microsoft.com/office/drawing/2014/main" val="3449370542"/>
                    </a:ext>
                  </a:extLst>
                </a:gridCol>
                <a:gridCol w="1128755">
                  <a:extLst>
                    <a:ext uri="{9D8B030D-6E8A-4147-A177-3AD203B41FA5}">
                      <a16:colId xmlns:a16="http://schemas.microsoft.com/office/drawing/2014/main" val="1024161987"/>
                    </a:ext>
                  </a:extLst>
                </a:gridCol>
              </a:tblGrid>
              <a:tr h="17656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ja-JP" altLang="en-US" sz="11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ブランド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ja-JP" altLang="en-US" sz="11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販売合計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ja-JP" altLang="en-US" sz="11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販売数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ja-JP" altLang="en-US" sz="11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購入ユーザー数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576576"/>
                  </a:ext>
                </a:extLst>
              </a:tr>
              <a:tr h="2705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吉野家</a:t>
                      </a:r>
                      <a:endParaRPr sz="105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15000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4295635"/>
                  </a:ext>
                </a:extLst>
              </a:tr>
              <a:tr h="2705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スターバックス</a:t>
                      </a:r>
                      <a:endParaRPr sz="105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12000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751864"/>
                  </a:ext>
                </a:extLst>
              </a:tr>
              <a:tr h="2705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ファミリーマート</a:t>
                      </a:r>
                      <a:endParaRPr sz="105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8000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3566078"/>
                  </a:ext>
                </a:extLst>
              </a:tr>
              <a:tr h="2705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LAWSON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5000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8149248"/>
                  </a:ext>
                </a:extLst>
              </a:tr>
              <a:tr h="2705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ミニストップ</a:t>
                      </a:r>
                      <a:endParaRPr sz="105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3000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B4B4B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游ゴシック" panose="020F0502020204030204"/>
                          <a:ea typeface="游ゴシック" panose="020B0400000000000000" pitchFamily="34" charset="-128"/>
                          <a:cs typeface="+mn-cs"/>
                        </a:rPr>
                        <a:t>4</a:t>
                      </a:r>
                      <a:endParaRPr kumimoji="1" lang="en-US" altLang="ja-JP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B4B4B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游ゴシック" panose="020F0502020204030204"/>
                        <a:ea typeface="游ゴシック" panose="020B0400000000000000" pitchFamily="34" charset="-128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B4B4B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游ゴシック" panose="020F0502020204030204"/>
                          <a:ea typeface="游ゴシック" panose="020B0400000000000000" pitchFamily="34" charset="-128"/>
                          <a:cs typeface="+mn-cs"/>
                        </a:rPr>
                        <a:t>3</a:t>
                      </a:r>
                      <a:endParaRPr kumimoji="1" lang="en-US" altLang="ja-JP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B4B4B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游ゴシック" panose="020F0502020204030204"/>
                        <a:ea typeface="游ゴシック" panose="020B0400000000000000" pitchFamily="34" charset="-128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9762353"/>
                  </a:ext>
                </a:extLst>
              </a:tr>
              <a:tr h="2705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ミニストップ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B4B4B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游ゴシック" panose="020F0502020204030204"/>
                          <a:ea typeface="游ゴシック" panose="020B0400000000000000" pitchFamily="34" charset="-128"/>
                          <a:cs typeface="+mn-cs"/>
                        </a:rPr>
                        <a:t>3000</a:t>
                      </a:r>
                      <a:endParaRPr kumimoji="1" lang="en-US" altLang="ja-JP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B4B4B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游ゴシック" panose="020F0502020204030204"/>
                        <a:ea typeface="游ゴシック" panose="020B0400000000000000" pitchFamily="34" charset="-128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B4B4B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游ゴシック" panose="020F0502020204030204"/>
                          <a:ea typeface="游ゴシック" panose="020B0400000000000000" pitchFamily="34" charset="-128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B4B4B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游ゴシック" panose="020F0502020204030204"/>
                          <a:ea typeface="游ゴシック" panose="020B0400000000000000" pitchFamily="34" charset="-128"/>
                          <a:cs typeface="+mn-cs"/>
                        </a:rPr>
                        <a:t>3</a:t>
                      </a:r>
                      <a:endParaRPr kumimoji="1" lang="en-US" altLang="ja-JP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B4B4B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游ゴシック" panose="020F0502020204030204"/>
                        <a:ea typeface="游ゴシック" panose="020B0400000000000000" pitchFamily="34" charset="-128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9670467"/>
                  </a:ext>
                </a:extLst>
              </a:tr>
              <a:tr h="2705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ミニストップ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B4B4B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游ゴシック" panose="020F0502020204030204"/>
                          <a:ea typeface="游ゴシック" panose="020B0400000000000000" pitchFamily="34" charset="-128"/>
                          <a:cs typeface="+mn-cs"/>
                        </a:rPr>
                        <a:t>3000</a:t>
                      </a:r>
                      <a:endParaRPr kumimoji="1" lang="en-US" altLang="ja-JP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B4B4B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游ゴシック" panose="020F0502020204030204"/>
                        <a:ea typeface="游ゴシック" panose="020B0400000000000000" pitchFamily="34" charset="-128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B4B4B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游ゴシック" panose="020F0502020204030204"/>
                          <a:ea typeface="游ゴシック" panose="020B0400000000000000" pitchFamily="34" charset="-128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B4B4B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游ゴシック" panose="020F0502020204030204"/>
                          <a:ea typeface="游ゴシック" panose="020B0400000000000000" pitchFamily="34" charset="-128"/>
                          <a:cs typeface="+mn-cs"/>
                        </a:rPr>
                        <a:t>3</a:t>
                      </a:r>
                      <a:endParaRPr kumimoji="1" lang="en-US" altLang="ja-JP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B4B4B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游ゴシック" panose="020F0502020204030204"/>
                        <a:ea typeface="游ゴシック" panose="020B0400000000000000" pitchFamily="34" charset="-128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975166"/>
                  </a:ext>
                </a:extLst>
              </a:tr>
              <a:tr h="2705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ミニストップ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B4B4B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游ゴシック" panose="020F0502020204030204"/>
                          <a:ea typeface="游ゴシック" panose="020B0400000000000000" pitchFamily="34" charset="-128"/>
                          <a:cs typeface="+mn-cs"/>
                        </a:rPr>
                        <a:t>3000</a:t>
                      </a:r>
                      <a:endParaRPr kumimoji="1" lang="en-US" altLang="ja-JP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B4B4B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游ゴシック" panose="020F0502020204030204"/>
                        <a:ea typeface="游ゴシック" panose="020B0400000000000000" pitchFamily="34" charset="-128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B4B4B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游ゴシック" panose="020F0502020204030204"/>
                          <a:ea typeface="游ゴシック" panose="020B0400000000000000" pitchFamily="34" charset="-128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B4B4B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游ゴシック" panose="020F0502020204030204"/>
                          <a:ea typeface="游ゴシック" panose="020B0400000000000000" pitchFamily="34" charset="-128"/>
                          <a:cs typeface="+mn-cs"/>
                        </a:rPr>
                        <a:t>3</a:t>
                      </a:r>
                      <a:endParaRPr kumimoji="1" lang="en-US" altLang="ja-JP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B4B4B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游ゴシック" panose="020F0502020204030204"/>
                        <a:ea typeface="游ゴシック" panose="020B0400000000000000" pitchFamily="34" charset="-128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4812443"/>
                  </a:ext>
                </a:extLst>
              </a:tr>
              <a:tr h="2705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ミニストップ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B4B4B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游ゴシック" panose="020F0502020204030204"/>
                          <a:ea typeface="游ゴシック" panose="020B0400000000000000" pitchFamily="34" charset="-128"/>
                          <a:cs typeface="+mn-cs"/>
                        </a:rPr>
                        <a:t>3000</a:t>
                      </a:r>
                      <a:endParaRPr kumimoji="1" lang="en-US" altLang="ja-JP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B4B4B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游ゴシック" panose="020F0502020204030204"/>
                        <a:ea typeface="游ゴシック" panose="020B0400000000000000" pitchFamily="34" charset="-128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B4B4B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游ゴシック" panose="020F0502020204030204"/>
                          <a:ea typeface="游ゴシック" panose="020B0400000000000000" pitchFamily="34" charset="-128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B4B4B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游ゴシック" panose="020F0502020204030204"/>
                          <a:ea typeface="游ゴシック" panose="020B0400000000000000" pitchFamily="34" charset="-128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690877"/>
                  </a:ext>
                </a:extLst>
              </a:tr>
              <a:tr h="270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ミニストップ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B4B4B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游ゴシック" panose="020F0502020204030204"/>
                          <a:ea typeface="游ゴシック" panose="020B0400000000000000" pitchFamily="34" charset="-128"/>
                          <a:cs typeface="+mn-cs"/>
                        </a:rPr>
                        <a:t>3000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B4B4B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游ゴシック" panose="020F0502020204030204"/>
                          <a:ea typeface="游ゴシック" panose="020B0400000000000000" pitchFamily="34" charset="-128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B4B4B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游ゴシック" panose="020F0502020204030204"/>
                          <a:ea typeface="游ゴシック" panose="020B0400000000000000" pitchFamily="34" charset="-128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57683"/>
                  </a:ext>
                </a:extLst>
              </a:tr>
            </a:tbl>
          </a:graphicData>
        </a:graphic>
      </p:graphicFrame>
      <p:sp>
        <p:nvSpPr>
          <p:cNvPr id="4" name="タイトル 2">
            <a:extLst>
              <a:ext uri="{FF2B5EF4-FFF2-40B4-BE49-F238E27FC236}">
                <a16:creationId xmlns:a16="http://schemas.microsoft.com/office/drawing/2014/main" id="{99992160-9340-76B8-3845-FA279ABF80BF}"/>
              </a:ext>
            </a:extLst>
          </p:cNvPr>
          <p:cNvSpPr txBox="1">
            <a:spLocks/>
          </p:cNvSpPr>
          <p:nvPr/>
        </p:nvSpPr>
        <p:spPr>
          <a:xfrm>
            <a:off x="5819305" y="2661118"/>
            <a:ext cx="5179210" cy="62784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14000"/>
              </a:lnSpc>
              <a:spcBef>
                <a:spcPct val="0"/>
              </a:spcBef>
              <a:buNone/>
              <a:defRPr kumimoji="1" sz="2400" kern="800" spc="15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j-cs"/>
              </a:defRPr>
            </a:lvl1pPr>
          </a:lstStyle>
          <a:p>
            <a:endParaRPr lang="en-US" altLang="ja-JP" sz="1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33" name="Picture 32" descr="JCB-001_brand_don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516" y="4930842"/>
            <a:ext cx="5670094" cy="141732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FA6B0AE-DA35-09A7-D6FC-8037999C1E30}"/>
              </a:ext>
            </a:extLst>
          </p:cNvPr>
          <p:cNvSpPr txBox="1"/>
          <p:nvPr/>
        </p:nvSpPr>
        <p:spPr>
          <a:xfrm>
            <a:off x="541717" y="1895777"/>
            <a:ext cx="3609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■MAU(購入ユーザー数)：45人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549FFA0-0B14-8A1B-74B0-B5F473F72FC1}"/>
              </a:ext>
            </a:extLst>
          </p:cNvPr>
          <p:cNvSpPr txBox="1"/>
          <p:nvPr/>
        </p:nvSpPr>
        <p:spPr>
          <a:xfrm>
            <a:off x="5703437" y="2676580"/>
            <a:ext cx="6098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■購入数推移</a:t>
            </a:r>
            <a:r>
              <a:rPr lang="ja-JP" altLang="en-US" sz="120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（</a:t>
            </a:r>
            <a:r>
              <a:rPr lang="en-US" altLang="ja-JP" sz="1200" dirty="0" err="1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yyyy</a:t>
            </a:r>
            <a:r>
              <a:rPr lang="en-US" altLang="ja-JP" sz="1200" dirty="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/mm</a:t>
            </a:r>
            <a:r>
              <a:rPr lang="ja-JP" altLang="en-US" sz="120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の購入数</a:t>
            </a:r>
            <a:r>
              <a:rPr lang="ja-JP" altLang="en-US" sz="120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sym typeface="Wingdings" pitchFamily="2" charset="2"/>
              </a:rPr>
              <a:t>：　件）</a:t>
            </a:r>
            <a:endParaRPr lang="en-US" altLang="ja-JP" sz="1400" dirty="0">
              <a:solidFill>
                <a:schemeClr val="tx2">
                  <a:lumMod val="75000"/>
                </a:schemeClr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1548AA9-CC06-EAB4-14A4-641229765827}"/>
              </a:ext>
            </a:extLst>
          </p:cNvPr>
          <p:cNvSpPr txBox="1"/>
          <p:nvPr/>
        </p:nvSpPr>
        <p:spPr>
          <a:xfrm>
            <a:off x="5698955" y="1002088"/>
            <a:ext cx="6098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■ログインユーザー数推移</a:t>
            </a:r>
            <a:r>
              <a:rPr lang="ja-JP" altLang="en-US" sz="120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（</a:t>
            </a:r>
            <a:r>
              <a:rPr lang="en-US" altLang="ja-JP" sz="1200" dirty="0" err="1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yyyy</a:t>
            </a:r>
            <a:r>
              <a:rPr lang="en-US" altLang="ja-JP" sz="1200" dirty="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/mm</a:t>
            </a:r>
            <a:r>
              <a:rPr lang="ja-JP" altLang="en-US" sz="120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のログインユーザー数</a:t>
            </a:r>
            <a:r>
              <a:rPr lang="ja-JP" altLang="en-US" sz="120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sym typeface="Wingdings" pitchFamily="2" charset="2"/>
              </a:rPr>
              <a:t>：　人）</a:t>
            </a:r>
            <a:endParaRPr lang="en-US" altLang="ja-JP" sz="1400" dirty="0">
              <a:solidFill>
                <a:schemeClr val="tx2">
                  <a:lumMod val="75000"/>
                </a:schemeClr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A709732-3091-EAB9-4945-89FB365BF6DB}"/>
              </a:ext>
            </a:extLst>
          </p:cNvPr>
          <p:cNvSpPr txBox="1"/>
          <p:nvPr/>
        </p:nvSpPr>
        <p:spPr>
          <a:xfrm>
            <a:off x="5698955" y="4533921"/>
            <a:ext cx="6098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■ブランドごとの販売・発行割合</a:t>
            </a:r>
            <a:endParaRPr lang="en-US" altLang="ja-JP" sz="1400" dirty="0">
              <a:solidFill>
                <a:schemeClr val="tx2">
                  <a:lumMod val="75000"/>
                </a:schemeClr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6" name="Picture 30" descr="tmpzog6su7u.png">
            <a:extLst>
              <a:ext uri="{FF2B5EF4-FFF2-40B4-BE49-F238E27FC236}">
                <a16:creationId xmlns:a16="http://schemas.microsoft.com/office/drawing/2014/main" id="{59B8A2AC-7DD3-19B3-2B31-E026E42D17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8031" y="3096199"/>
            <a:ext cx="5279413" cy="1325880"/>
          </a:xfrm>
          <a:prstGeom prst="rect">
            <a:avLst/>
          </a:prstGeom>
        </p:spPr>
      </p:pic>
      <p:pic>
        <p:nvPicPr>
          <p:cNvPr id="9" name="Picture 29" descr="tmphaogo034.png">
            <a:extLst>
              <a:ext uri="{FF2B5EF4-FFF2-40B4-BE49-F238E27FC236}">
                <a16:creationId xmlns:a16="http://schemas.microsoft.com/office/drawing/2014/main" id="{951FBCAE-CF5E-87E0-CFB3-C4FBBC0052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8031" y="1331275"/>
            <a:ext cx="5279413" cy="138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9881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テーマ">
  <a:themeElements>
    <a:clrScheme name="giftee for business+">
      <a:dk1>
        <a:srgbClr val="60382C"/>
      </a:dk1>
      <a:lt1>
        <a:srgbClr val="E0F2F7"/>
      </a:lt1>
      <a:dk2>
        <a:srgbClr val="4B4B4B"/>
      </a:dk2>
      <a:lt2>
        <a:srgbClr val="5097C3"/>
      </a:lt2>
      <a:accent1>
        <a:srgbClr val="0C6993"/>
      </a:accent1>
      <a:accent2>
        <a:srgbClr val="003F65"/>
      </a:accent2>
      <a:accent3>
        <a:srgbClr val="F08A70"/>
      </a:accent3>
      <a:accent4>
        <a:srgbClr val="8F6156"/>
      </a:accent4>
      <a:accent5>
        <a:srgbClr val="FFBCA0"/>
      </a:accent5>
      <a:accent6>
        <a:srgbClr val="F7E9E8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1493</TotalTime>
  <Words>139</Words>
  <Application>Microsoft Macintosh PowerPoint</Application>
  <PresentationFormat>ワイド画面</PresentationFormat>
  <Paragraphs>54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9" baseType="lpstr">
      <vt:lpstr>Hiragino Kaku Gothic Pro W6</vt:lpstr>
      <vt:lpstr>Hiragino Sans W4</vt:lpstr>
      <vt:lpstr>Meiryo UI</vt:lpstr>
      <vt:lpstr>游ゴシック</vt:lpstr>
      <vt:lpstr>Arial</vt:lpstr>
      <vt:lpstr>Helvetica Neue</vt:lpstr>
      <vt:lpstr>Helvetica Neue Light</vt:lpstr>
      <vt:lpstr>1_Office テーマ</vt:lpstr>
      <vt:lpstr>xxxxx （イシュア名）ご報告資料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Miharu Kitamura</dc:creator>
  <cp:lastModifiedBy>Itsuki Matsumoto</cp:lastModifiedBy>
  <cp:revision>42</cp:revision>
  <dcterms:created xsi:type="dcterms:W3CDTF">2025-04-04T06:15:52Z</dcterms:created>
  <dcterms:modified xsi:type="dcterms:W3CDTF">2026-02-19T21:18:39Z</dcterms:modified>
</cp:coreProperties>
</file>